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CmmIOIQ/SuX0NuScl++aZWoyu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INTRODUCING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10058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Social AI Assistant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A unified AI-powered inbox for Shop Zetu — handles customer DMs across every social channel, with humans stepping in when it matters.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WORKS ACROSS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28016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Instagram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1460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324612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48056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521208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Facebook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4652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512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717804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TikTok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961120" y="1005840"/>
            <a:ext cx="2743200" cy="5029200"/>
          </a:xfrm>
          <a:prstGeom prst="roundRect">
            <a:avLst>
              <a:gd fmla="val 5000" name="adj"/>
            </a:avLst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098280" y="13716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INBOX.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098280" y="182880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0"/>
              <a:buFont typeface="Cambria"/>
              <a:buNone/>
            </a:pPr>
            <a:r>
              <a:rPr b="1" i="0" lang="en-US" sz="20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098280" y="42976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CHANNELS,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FULLY HANDLED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098280" y="52120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replies. Humans take over. Shopify-aware.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1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01 —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Customers ask. Agents drown.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Shop Zetu receives hundreds of DMs and comments across Instagram, WhatsApp, Facebook, and TikTok every day. Each one is handled manually.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26974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600200" y="29718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Slow response times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600200" y="34290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Customers wait hours for simple replies — 'Is this in stock?', 'How much is delivery?', 'Where's my order?' — and many move on before getting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17920" y="26974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7269480" y="29718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Fragmented inbox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269480" y="34290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 xml:space="preserve">Multiple </a:t>
            </a: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 xml:space="preserve">apps. Scattered </a:t>
            </a:r>
            <a:r>
              <a:rPr lang="en-US" sz="1100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onversations. No single view of who said what, where, or whether it's been answered.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45262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846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1600200" y="48006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Lost sales &amp; escalations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600200" y="52578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Out-of-stock questions go unanswered. Complaints sit unread until they become public. Refund requests slip through the cracks.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45262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4846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7269480" y="48006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 xml:space="preserve">Improve </a:t>
            </a: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visibility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269480" y="52578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 xml:space="preserve">To </a:t>
            </a: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 xml:space="preserve"> measure response time, intent breakdown, channel performance, or which conversations need a human's attention right now.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2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02 — 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10058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One AI-powered inbox.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Built for Shop Zetu.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2907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1371600" y="27614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Claude handles the common questions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71600" y="31546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Greetings, stock checks, prices, delivery info, order status — answered instantly in our brand voice, day or night.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38221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1371600" y="36758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Shopify-aware in real time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71600" y="4069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AI pulls live product, stock, and order data from your store — never invents prices or fakes stock levels.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" y="47365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371600" y="45902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Smart human handoff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71600" y="49834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Refunds, complaints, or sensitive cases trigger automatic escalation — a human agent is auto-assigned and notified.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54864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2" y="5650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1371600" y="55046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Full agent control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71600" y="58978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Toggle AI off per conversation. Reply manually. Reassign. Every action is logged and audit-ready.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3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03 — WHERE WE 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Live and working today.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fmla="val 2727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1325880" y="2468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SHIPPED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1089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143000" y="30632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Instagram DM and comment pipeline — customer messages arrive in seconds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6118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1143000" y="3566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Claude AI replies in Shop Zetu's brand voice, with multi-intent detection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1143000" y="40690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Shopify product, stock and order data — never invented</a:t>
            </a: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617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143000" y="45720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 intelligence — 160k+ shoppers segmented by value and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206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1143000" y="50749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Conversion tracking — revenue linked to the chats that drove 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1143000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Smart handoff, agent tools and live KPI dashboard with audit logs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217920" y="2194560"/>
            <a:ext cx="5486400" cy="4023360"/>
          </a:xfrm>
          <a:prstGeom prst="roundRect">
            <a:avLst>
              <a:gd fmla="val 2727" name="adj"/>
            </a:avLst>
          </a:prstGeom>
          <a:solidFill>
            <a:srgbClr val="FCE9D6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699516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1089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6812280" y="30632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Meta Advanced Access approval — required to send AI replies to any IG user (not just app testers)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7033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6812280" y="365760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WhatsApp, Facebook and TikTok DM channels — awaiting activation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2976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6812280" y="4251973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Real-time webhooks — near-instant cache freshness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892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6812280" y="48463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Personalized AI — replies tailored to each customer's value and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54864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6812280" y="54406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 domain and mobile polish for public launch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4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 —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pilot to platform.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>What we do in the weeks.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2743200"/>
            <a:ext cx="3657600" cy="3291840"/>
          </a:xfrm>
          <a:prstGeom prst="roundRect">
            <a:avLst>
              <a:gd fmla="val 4167" name="adj"/>
            </a:avLst>
          </a:prstGeom>
          <a:solidFill>
            <a:srgbClr val="2A2A45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2960" y="29718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22960" y="4251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Unblock Meta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22960" y="47548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 xml:space="preserve">Submit the Meta App for review to enable Advanced Access for instagram_manage_messages.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343400" y="2743200"/>
            <a:ext cx="3657600" cy="3291840"/>
          </a:xfrm>
          <a:prstGeom prst="roundRect">
            <a:avLst>
              <a:gd fmla="val 4167" name="adj"/>
            </a:avLst>
          </a:prstGeom>
          <a:solidFill>
            <a:srgbClr val="2A2A45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617720" y="29718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617720" y="4251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 real-time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617720" y="47548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 xml:space="preserve">Ship Shopify webhooks so the cache updates the instant anything changes.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138160" y="2743200"/>
            <a:ext cx="3657600" cy="3291840"/>
          </a:xfrm>
          <a:prstGeom prst="roundRect">
            <a:avLst>
              <a:gd fmla="val 4167" name="adj"/>
            </a:avLst>
          </a:prstGeom>
          <a:solidFill>
            <a:srgbClr val="2A2A45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412480" y="29718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412480" y="4251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Scale &amp; measure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412480" y="47548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 xml:space="preserve">Activate WhatsApp, Facebook and TikTok, and track conversion per channel.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5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2026-06-17T05:57:13Z</dcterms:created>
  <dc:creator>Shop Zetu</dc:creator>
</cp:coreProperties>
</file>