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AI Assistant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AI-powered inbox for Shop Zetu — handles customer DMs across every social channel, with humans stepping in when it matters.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26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14600" y="434340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5262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80560" y="434340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5262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434340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262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961120" y="100584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/>
        </p:spPr>
      </p:sp>
      <p:sp>
        <p:nvSpPr>
          <p:cNvPr id="19" name="Text 13"/>
          <p:cNvSpPr/>
          <p:nvPr/>
        </p:nvSpPr>
        <p:spPr>
          <a:xfrm>
            <a:off x="909828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INBOX.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098280" y="18288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0" dirty="0"/>
          </a:p>
        </p:txBody>
      </p:sp>
      <p:sp>
        <p:nvSpPr>
          <p:cNvPr id="21" name="Text 15"/>
          <p:cNvSpPr/>
          <p:nvPr/>
        </p:nvSpPr>
        <p:spPr>
          <a:xfrm>
            <a:off x="9098280" y="4297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HANDLED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098280" y="5212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replies. Humans take over. Shopify-aware.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AI Assistant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ask. Agents drown.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Zetu receives hundreds of DMs and comments across Instagram, WhatsApp, Facebook, and TikTok every day. Each one is handled manually.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17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971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response times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34290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 hours for simple replies — 'Is this in stock?', 'How much is delivery?', 'Where's my order?' — and many move on before getting 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69748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175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2971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inbox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269480" y="34290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apps. Multiple agents. Conversations scattered. No single view of who said what, where, or whether it's been answered.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52628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463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800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sales &amp; escalations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00200" y="5257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questions go unanswered. Complaints sit unread until they become public. Refund requests slip through the cracks.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452628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8463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4800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visibility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269480" y="5257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measure response time, intent breakdown, channel performance, or which conversations need a human's attention right now.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AI Assistant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AI-powered inbox.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Shop Zetu.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907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761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handles the common questions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1600" y="3154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Greetings, stock checks, prices, delivery info, order status — answered instantly in our brand voice, day or night.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8221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6758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Shopify-aware in real time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71600" y="4069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pulls live product, stock, and order data from your store — never invents prices or fakes stock levels.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7365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5902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human handoff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37160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complaints, or sensitive cases trigger automatic escalation — a human agent is auto-assigned and notified.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4864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6509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5046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agent control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371600" y="5897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AI off per conversation. Reply manually. Reassign. Every action is logged and audit-ready.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AI Assistant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and working today.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FAFAFA"/>
          </a:solidFill>
          <a:ln w="12700">
            <a:solidFill>
              <a:srgbClr val="EEEE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089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Instagram DM pipeline — real customer DMs flow into the platform within seconds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replies in brand voice, with multi-intent detection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integration: real-time product, stock, and order data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1772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300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handoff: refund and complaint keywords escalate to humans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2064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 + notification system with audit logging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23560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4300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KPIs, channel performance, real-time activity feed</a:t>
            </a:r>
            <a:endParaRPr lang="en-US" sz="1050" dirty="0"/>
          </a:p>
        </p:txBody>
      </p:sp>
      <p:sp>
        <p:nvSpPr>
          <p:cNvPr id="19" name="Shape 10"/>
          <p:cNvSpPr/>
          <p:nvPr/>
        </p:nvSpPr>
        <p:spPr>
          <a:xfrm>
            <a:off x="6217920" y="21945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FCE9D6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2468880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9516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108960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81228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Advanced Access approval — required to send AI replies to any IG user (not just app testers)</a:t>
            </a:r>
            <a:endParaRPr lang="en-US" sz="10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703320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812280" y="3657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Facebook DM, and TikTok DM channels — backend wired, awaiting business account verification</a:t>
            </a:r>
            <a:endParaRPr lang="en-US" sz="10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4297680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81228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Comment-reply pipeline for Instagram and Facebook posts</a:t>
            </a:r>
            <a:endParaRPr lang="en-US" sz="10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4892040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812280" y="4846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Claude reasoning swapped in for the current rule-based mock replies</a:t>
            </a:r>
            <a:endParaRPr lang="en-US" sz="105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5486400"/>
            <a:ext cx="201168" cy="201168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812280" y="5440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performance analytics &amp; resolution-time reporting</a:t>
            </a:r>
            <a:endParaRPr lang="en-US" sz="1050" dirty="0"/>
          </a:p>
        </p:txBody>
      </p:sp>
      <p:sp>
        <p:nvSpPr>
          <p:cNvPr id="32" name="Text 17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AI Assistant</a:t>
            </a:r>
            <a:endParaRPr lang="en-US" sz="900" dirty="0"/>
          </a:p>
        </p:txBody>
      </p:sp>
      <p:sp>
        <p:nvSpPr>
          <p:cNvPr id="33" name="Text 18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platform.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in the next 4 – 6 weeks.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2A2A45"/>
          </a:solidFill>
          <a:ln/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971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–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Unblock Meta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Advanced Access for instagram_manage_messages. Verify WhatsApp Business and Facebook Page tokens. Move all channels off tester-only mode.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2A2A45"/>
          </a:solidFill>
          <a:ln/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971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6177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–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with the team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47548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mock replies to live Claude reasoning. Train one human agent on the platform. Run a 2-week pilot on real Shop Zetu DMs.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2A2A45"/>
          </a:solidFill>
          <a:ln/>
          <a:effectLst>
            <a:outerShdw sx="100000" sy="100000" kx="0" ky="0" algn="bl" rotWithShape="0" blurRad="1778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2971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4124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measure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WhatsApp + Facebook + TikTok to the active rotation. Roll out per-agent reporting. Set targets for AI deflection rate and median response time.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AI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AI Assistant</dc:title>
  <dc:subject>PptxGenJS Presentation</dc:subject>
  <dc:creator>Shop Zetu</dc:creator>
  <cp:lastModifiedBy>Shop Zetu</cp:lastModifiedBy>
  <cp:revision>1</cp:revision>
  <dcterms:created xsi:type="dcterms:W3CDTF">2026-06-17T05:57:13Z</dcterms:created>
  <dcterms:modified xsi:type="dcterms:W3CDTF">2026-06-17T05:57:13Z</dcterms:modified>
</cp:coreProperties>
</file>